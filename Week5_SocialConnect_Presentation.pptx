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5 - Social Connect Campaign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Analysis &amp; Community Building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Analytics</a:t>
            </a:r>
          </a:p>
        </p:txBody>
      </p:sp>
      <p:pic>
        <p:nvPicPr>
          <p:cNvPr id="3" name="Picture 2" descr="week5_metric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5486400" cy="38139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Drip Campaign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Welcome Email</a:t>
            </a:r>
          </a:p>
          <a:p>
            <a:r>
              <a:t>2. Explore Communities</a:t>
            </a:r>
          </a:p>
          <a:p>
            <a:r>
              <a:t>3. Stay Active &amp; Invite Friends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