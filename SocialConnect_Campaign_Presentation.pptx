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91440"/>
            <a:ext cx="2743200" cy="274320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097280"/>
            <a:ext cx="1828800" cy="1828800"/>
          </a:xfrm>
          <a:prstGeom prst="rect">
            <a:avLst/>
          </a:prstGeom>
          <a:solidFill>
            <a:srgbClr val="00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B4D8"/>
                </a:solidFill>
              </a:rPr>
              <a:t>🌐  SOCIAL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Digital Marketing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0D6E0"/>
                </a:solidFill>
              </a:rPr>
              <a:t>Final Presentation  —  3-Week Complete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4747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👤  Intern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Muhammad Anas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📅 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950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June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E0EF"/>
                </a:solidFill>
              </a:rPr>
              <a:t>🏢 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950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Social Connect Tech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D166"/>
                </a:solidFill>
              </a:rPr>
              <a:t>"Connecting People.  Building Communities.  Digitally."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Social Connect Technologies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Campaign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App description | Objective | 3-Week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📱  About Social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6E0"/>
                </a:solidFill>
              </a:rPr>
              <a:t>Social Connect is a next-gen social networking
app designed to help users build meaningful
connections, join communities, and engage
through events, group chats &amp; shared interests.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585216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1887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🎯  Campaign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81328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6E0"/>
                </a:solidFill>
              </a:rPr>
              <a:t>→  Drive 10,000+ app downloads in 3 weeks
→  Build brand awareness on social media
→  Achieve 5%+ engagement rate on all posts
→  Generate measurable ROI from paid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📅  3-Week Campaign Timeline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3474720" cy="20116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3474720" cy="34747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649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49039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6E0"/>
                </a:solidFill>
              </a:rPr>
              <a:t>🔍 Research &amp;
Planning
Strategy 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337560"/>
            <a:ext cx="3474720" cy="20116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3337560"/>
            <a:ext cx="34747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33649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49039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6E0"/>
                </a:solidFill>
              </a:rPr>
              <a:t>🚀 Content
Execution
Ads Launch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3337560"/>
            <a:ext cx="3474720" cy="201168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3337560"/>
            <a:ext cx="347472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33649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WEEK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749039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6E0"/>
                </a:solidFill>
              </a:rPr>
              <a:t>📊 Analysis &amp;
Optimization
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069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0E0EF"/>
                </a:solidFill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069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0E0EF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Target Audience &amp;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Demographics | Psychographics | Competitor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474720" cy="23774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👥  Demographics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200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6E0"/>
                </a:solidFill>
              </a:rPr>
              <a:t>Age        :  18 – 35 years
Gender     :  All genders
Location   :  Urban &amp; Semi-urban
Education  :  College / Graduates
Income     :  Low to Mid-range
Device     :  Mobile-first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097280"/>
            <a:ext cx="3657600" cy="23774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🧠  Psychographics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481328"/>
            <a:ext cx="3383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6E0"/>
                </a:solidFill>
              </a:rPr>
              <a:t>✔  Tech-savvy &amp; mobile-first
✔  Community &amp; networking fans
✔  Active on Instagram / TikTok
✔  Value authentic content
✔  Driven by FOMO
✔  Social validation seekers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3749039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1155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1155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11155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Weakness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111556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Our 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44752"/>
            <a:ext cx="3749039" cy="365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8132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Facebook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48132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48132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Old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148132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Youth UX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828800"/>
            <a:ext cx="3749039" cy="3657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86537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Instagram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86537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Visuals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86537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Algorithm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186537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Community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212848"/>
            <a:ext cx="3749039" cy="365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4942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Discord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24942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24942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Complex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224942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Simple UX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596896"/>
            <a:ext cx="3749039" cy="3657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26334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Meetup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6334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6334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Paid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26334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Free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960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📊  Competitor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703320"/>
            <a:ext cx="11430000" cy="50292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74903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💡  Key Insight:  18-25 urban youth are UNDERSERVED by existing platforms — Social Connect fills this gap with a free, simple, community-first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SMART Goals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4 Goals | KPI Table | Mock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🏆  SMART Goals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0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02920" cy="56692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453895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71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10,000 App Downloads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276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⏱  Week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548640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984248"/>
            <a:ext cx="5029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1122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02996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50,000 Total 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86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⏱  Week 2-3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42615"/>
            <a:ext cx="548640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642615"/>
            <a:ext cx="502920" cy="5669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7706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G3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8833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5% Avg Engagement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9443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⏱  Ongoing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00984"/>
            <a:ext cx="548640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300984"/>
            <a:ext cx="502920" cy="5669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3429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G4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346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300%+ ROI on Ad Spend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027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⏱  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📈  KPI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325880"/>
            <a:ext cx="52120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344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KPI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134416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1344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Achieved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13441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673352"/>
            <a:ext cx="5212080" cy="365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7282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App Downloads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17282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10,000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17282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12,400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17282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057400"/>
            <a:ext cx="5212080" cy="3657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21122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Total Reach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50,000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112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68,200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4200" y="21122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441448"/>
            <a:ext cx="5212080" cy="365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2496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Engagement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2496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5.0%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2496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6.3%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44200" y="24963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825496"/>
            <a:ext cx="5212080" cy="365760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CTR (Ads)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2.5%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3.1%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44200" y="2880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3209544"/>
            <a:ext cx="5212080" cy="365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32644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Email Open 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32644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3264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29.4%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44200" y="32644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3794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💰  Mock Budget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4069080"/>
            <a:ext cx="1389888" cy="1188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4069080"/>
            <a:ext cx="1389888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59" y="4160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$300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59" y="446227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166"/>
                </a:solidFill>
              </a:rPr>
              <a:t>40%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59" y="46634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Instagram Ads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99248" y="4069080"/>
            <a:ext cx="1389888" cy="1188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99248" y="4069080"/>
            <a:ext cx="1389888" cy="7315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90688" y="4160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7E"/>
                </a:solidFill>
              </a:rPr>
              <a:t>$225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90688" y="446227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166"/>
                </a:solidFill>
              </a:rPr>
              <a:t>30%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0688" y="46634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Facebook Ads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80576" y="4069080"/>
            <a:ext cx="1389888" cy="1188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180576" y="4069080"/>
            <a:ext cx="1389888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72015" y="4160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$150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72015" y="446227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166"/>
                </a:solidFill>
              </a:rPr>
              <a:t>20%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72015" y="46634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Content Creation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61904" y="4069080"/>
            <a:ext cx="1389888" cy="11887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661904" y="4069080"/>
            <a:ext cx="1389888" cy="7315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753344" y="41605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6D"/>
                </a:solidFill>
              </a:rPr>
              <a:t>$75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53344" y="446227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166"/>
                </a:solidFill>
              </a:rPr>
              <a:t>10%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53344" y="46634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Email Tools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17920" y="5349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TOTAL BUDGET:  $750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4 Pillars | Content Calendar | Channel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🏛️  4 Content Pillars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27432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3533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EDUCATE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6E0"/>
                </a:solidFill>
              </a:rPr>
              <a:t>How-to Tips
App Guides
Tutorials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298448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298448"/>
            <a:ext cx="274320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3533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7E"/>
                </a:solidFill>
              </a:rPr>
              <a:t>ENTERTAIN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2996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6E0"/>
                </a:solidFill>
              </a:rPr>
              <a:t>Memes &amp; Fun
Reels / Skits
Trending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298448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1298448"/>
            <a:ext cx="2743200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6" y="13533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ENGAGE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02996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6E0"/>
                </a:solidFill>
              </a:rPr>
              <a:t>Polls &amp; Q&amp;A
Challenges
Comments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98864" y="1298448"/>
            <a:ext cx="2743200" cy="16459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298448"/>
            <a:ext cx="2743200" cy="914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96144" y="13533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1719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D6D"/>
                </a:solidFill>
              </a:rPr>
              <a:t>PROMOTE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202996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6E0"/>
                </a:solidFill>
              </a:rPr>
              <a:t>App Features
Testimonials
Offers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090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📅  Weekly Content Calendar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364992"/>
            <a:ext cx="530352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383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38328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59" y="338328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338328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Pillar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94176"/>
            <a:ext cx="5303520" cy="329184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739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Mon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73989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Instagram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59" y="3739896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Reel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373989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Entertain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041648"/>
            <a:ext cx="5303520" cy="329184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0873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Tue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408736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Facebook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59" y="408736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408736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Educate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389120"/>
            <a:ext cx="5303520" cy="329184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4348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Wed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4434840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Twitter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359" y="443484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Poll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4434840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Engage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736592"/>
            <a:ext cx="5303520" cy="329184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7823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Thu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5880" y="4782312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Instagram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59" y="4782312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Story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60520" y="4782312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Promote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084064"/>
            <a:ext cx="5303520" cy="329184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1297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Fri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25880" y="5129784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LinkedIn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59" y="5129784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Article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60520" y="5129784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Educate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431536"/>
            <a:ext cx="5303520" cy="329184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477255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Sat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25880" y="5477255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TikTok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59" y="5477255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Video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60520" y="5477255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Entertain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309067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📡  Channel Strategy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340156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Instagram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0" y="3447288"/>
            <a:ext cx="1463040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69680" y="34015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40%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387705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TikTok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3922776"/>
            <a:ext cx="731520" cy="23774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38770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20%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435254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Facebook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0" y="4398264"/>
            <a:ext cx="914400" cy="23774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21040" y="435254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25%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4828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Twitter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0" y="4873752"/>
            <a:ext cx="365760" cy="23774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0" y="482803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</a:rPr>
              <a:t>10%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53035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LinkedIn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0" y="5349240"/>
            <a:ext cx="182880" cy="237744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89519" y="53035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D6E0"/>
                </a:solidFill>
              </a:rPr>
              <a:t>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Social Media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5 Posts — Mockups &amp; Performance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331720" cy="3749039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3317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39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POST 1 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Instagram 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965960" cy="169164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"Find your tribe
on Social Connect!"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93008"/>
            <a:ext cx="2057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💙 2,340 Likes
💬 187 Comments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097280"/>
            <a:ext cx="2331720" cy="3749039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1097280"/>
            <a:ext cx="233172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234439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POST 2 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5087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TikTok Reel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1755648"/>
            <a:ext cx="1965960" cy="169164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192024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"Day in the life
using Social Connect"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3493008"/>
            <a:ext cx="2057400" cy="36576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5661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👁 18,200 Views
❤️ 4,100 Likes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1097280"/>
            <a:ext cx="2331720" cy="3749039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1097280"/>
            <a:ext cx="2331720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59" y="1234439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POST 3 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15087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Twitter Poll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1755648"/>
            <a:ext cx="1965960" cy="169164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192024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"What feature do
you want most?"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3493008"/>
            <a:ext cx="2057400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59" y="35661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Groups:54% Events:31%
Chat:15%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097280"/>
            <a:ext cx="2331720" cy="3749039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097280"/>
            <a:ext cx="2331720" cy="914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1234439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</a:rPr>
              <a:t>POST 4 🗣️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15087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Facebook Post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1755648"/>
            <a:ext cx="1965960" cy="1691640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192024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"5 Reasons Social
Connect &gt; Others"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3493008"/>
            <a:ext cx="2057400" cy="36576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3566160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👍 890 Reactions
🔁 234 Shares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1097280"/>
            <a:ext cx="1581912" cy="3749039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41280" y="1097280"/>
            <a:ext cx="1581912" cy="9144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0" y="12344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B5"/>
                </a:solidFill>
              </a:rPr>
              <a:t>POST 5 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14904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LinkedIn Article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1737360"/>
            <a:ext cx="1417320" cy="1527048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51008" y="18288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"Redefining
Digital Networking
for Gen Z"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342900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0D6E0"/>
                </a:solidFill>
              </a:rPr>
              <a:t>👁 3,200 Imp
💼 145 Reposts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74920"/>
            <a:ext cx="11430000" cy="59436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Total Posts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Total Reach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68,200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Avg Eng 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6.3%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Top Platform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TikTok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51023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Best Format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Ad Creatives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2 Ad Designs | Targeting Setup |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43891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AD CREATIVE #1 — Instagram &amp; Facebook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4937760" cy="1920240"/>
          </a:xfrm>
          <a:prstGeom prst="rect">
            <a:avLst/>
          </a:prstGeom>
          <a:solidFill>
            <a:srgbClr val="02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YOUR PEOPLE
ARE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Download Social Connect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090672"/>
            <a:ext cx="31089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6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GET THE APP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6E0"/>
                </a:solidFill>
              </a:rPr>
              <a:t>Format   :  Single Image Ad (1080 × 1080)
Budget   :  $300
Reach    :  28,000
CTR      :  3.4%  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5303520" cy="438912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5303520" cy="10972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207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AD CREATIVE #2 — Instagram Reels &amp; TikTok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572768"/>
            <a:ext cx="2926080" cy="1920240"/>
          </a:xfrm>
          <a:prstGeom prst="rect">
            <a:avLst/>
          </a:prstGeom>
          <a:solidFill>
            <a:srgbClr val="023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16642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084831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"Tired of fake
followers?"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7E"/>
                </a:solidFill>
              </a:rPr>
              <a:t>Join Real Communities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547872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6E0"/>
                </a:solidFill>
              </a:rPr>
              <a:t>Format   :  Video Ad 9:16 Vertical
Duration :  15 Seconds
Budget   :  $225
Views    :  31,500
CTR      :  2.8%  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623560"/>
            <a:ext cx="11430000" cy="82296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6509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🎯  Targeting Setup: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704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Age: 18–32  |  Gender: All  |  Interests: Networking, Social Apps, Events  |  Behavior: Mobile Users, App Installers  |  Location: Top 10 Urban Cities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Blog Post &amp; Email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Blog Performance | 3 Emails | Open Rate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46634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9496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✍️  Blog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"Why Social Connect Is The Future of
 Community Networking in 2025"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76272"/>
            <a:ext cx="5120640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677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✔  Section 1 :  The Loneliness Problem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1518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✔  Section 2 :  What Makes Social Connect Different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626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✔  Section 3 :  Top 5 Features Explained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101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✔  Section 4 :  Real User Success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✔  Section 5 :  How to Get Started Today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41648"/>
            <a:ext cx="5120640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33087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👁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15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4,800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133087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⏱ Avg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315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3m 42s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133087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↩ Bounce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315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34% 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33087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🔗 CTA Clicks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15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📧  Email Campaign — 3 Emails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389888"/>
            <a:ext cx="5760720" cy="135331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1389888"/>
            <a:ext cx="91440" cy="13533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14630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Email #1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Subject: "🚀  Social Connect Is LIVE!"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029967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Welcome &amp; Launch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2585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Open: 32.1%  |  CTR: 8.4%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852928"/>
            <a:ext cx="5760720" cy="135331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2852928"/>
            <a:ext cx="91440" cy="135331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29260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7E"/>
                </a:solidFill>
              </a:rPr>
              <a:t>Email #2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31638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Subject: "Your community is waiting for you"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4930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Feature Highlight Email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7216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Open: 27.6%  |  CTR: 6.9%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315968"/>
            <a:ext cx="5760720" cy="135331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4315968"/>
            <a:ext cx="91440" cy="135331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43891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Email #3  ⭐ BEST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4626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Subject: "12,000 people joined this week 👀"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95604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FOMO / Last Chance 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51846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Open: 28.4%  |  CTR: 9.2%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5806440"/>
            <a:ext cx="5760720" cy="59436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8521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📊  Avg Email Open Rate:  29.4%   vs   Industry Average:  21%   → +40% Better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Campaign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Reach | Downloads | Engagement | CTR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📱  App Downloads — Weekly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6416"/>
            <a:ext cx="1463040" cy="1365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637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3,200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6E0"/>
                </a:solidFill>
              </a:rPr>
              <a:t>Week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755648"/>
            <a:ext cx="1463040" cy="217627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435607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7E"/>
                </a:solidFill>
              </a:rPr>
              <a:t>5,100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97763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6E0"/>
                </a:solidFill>
              </a:rPr>
              <a:t>Week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182368"/>
            <a:ext cx="1463040" cy="17495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8623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4,100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97763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0D6E0"/>
                </a:solidFill>
              </a:rP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79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7E"/>
                </a:solidFill>
              </a:rPr>
              <a:t>TOTAL: 12,400 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0241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👁️  Reach by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3716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Instagram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426464"/>
            <a:ext cx="3212185" cy="2377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4545" y="13898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28,400  (41.6%)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18470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TikTok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901952"/>
            <a:ext cx="2501798" cy="23774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54158" y="18653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7E"/>
                </a:solidFill>
              </a:rPr>
              <a:t>22,100  (32.4%)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32257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Facebook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377440"/>
            <a:ext cx="1281785" cy="23774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4145" y="23408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11,300  (16.6%)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79806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Twitter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852928"/>
            <a:ext cx="478739" cy="23774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1099" y="28163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</a:rPr>
              <a:t>4,200  (6.2%)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27355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LinkedIn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328416"/>
            <a:ext cx="247091" cy="237744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451" y="3291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0D6E0"/>
                </a:solidFill>
              </a:rPr>
              <a:t>2,200  (3.2%)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822191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TOTAL REACH: 68,200  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681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💬  Engagement Rate by Content 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9560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0D6E0"/>
                </a:solidFill>
              </a:rPr>
              <a:t>Reels/Video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82565"/>
            <a:ext cx="731520" cy="73243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70824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8.9%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72184" y="49560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0D6E0"/>
                </a:solidFill>
              </a:rPr>
              <a:t>Polls/Q&amp;A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09343" y="5122468"/>
            <a:ext cx="731520" cy="592531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72184" y="48481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7E"/>
                </a:solidFill>
              </a:rPr>
              <a:t>7.2%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32888" y="49560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0D6E0"/>
                </a:solidFill>
              </a:rPr>
              <a:t>Image Posts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70048" y="5270601"/>
            <a:ext cx="731520" cy="44439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32888" y="499628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</a:rPr>
              <a:t>5.4%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3591" y="49560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0D6E0"/>
                </a:solidFill>
              </a:rPr>
              <a:t>Blog Article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30752" y="5377586"/>
            <a:ext cx="731520" cy="337413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93591" y="510326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D6D"/>
                </a:solidFill>
              </a:rPr>
              <a:t>4.1%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54296" y="49560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D0D6E0"/>
                </a:solidFill>
              </a:rPr>
              <a:t>Text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91456" y="5451652"/>
            <a:ext cx="731520" cy="263347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54296" y="517733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0D6E0"/>
                </a:solidFill>
              </a:rPr>
              <a:t>3.2%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46817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🖱️  CTR vs Industry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4956048"/>
            <a:ext cx="5943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4974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Ad 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974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Industry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4974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Ours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49743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Status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52160" y="5248656"/>
            <a:ext cx="5943600" cy="329184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97880" y="52943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Image 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52943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1.9%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81160" y="52943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3.4%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52943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60" y="5596128"/>
            <a:ext cx="5943600" cy="329184"/>
          </a:xfrm>
          <a:prstGeom prst="rect">
            <a:avLst/>
          </a:prstGeom>
          <a:solidFill>
            <a:srgbClr val="162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97880" y="5641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Video Ad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5641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2.1%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81160" y="5641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2.8%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61320" y="5641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7E"/>
                </a:solidFill>
              </a:rPr>
              <a:t>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5943600"/>
            <a:ext cx="5943600" cy="329184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97880" y="5989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Email CTA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5989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3.5%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1160" y="5989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8.2%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61320" y="5989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7E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A/B 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3 Tests | Winners | Improvement %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1508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09728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TEST #1 — Ad Headline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447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Version A:  "Download Social Connect Today"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82495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Version B:  "Your People Are Waiting For You"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965960"/>
            <a:ext cx="1650492" cy="201168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65960"/>
            <a:ext cx="21991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  1.9%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94560"/>
            <a:ext cx="295351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94560"/>
            <a:ext cx="4325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B  3.4%  🏆 WINNER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600200"/>
            <a:ext cx="2011680" cy="6858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62763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7E"/>
                </a:solidFill>
              </a:rPr>
              <a:t>+78.9%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99339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6E0"/>
                </a:solidFill>
              </a:rPr>
              <a:t>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11430000" cy="1508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43200"/>
            <a:ext cx="109728" cy="150876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16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</a:rPr>
              <a:t>TEST #2 — Email Subject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09067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Version A:  "Check Out Our New App Feature"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32841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Version B:  "12,000 people joined this week 👀"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611880"/>
            <a:ext cx="2114615" cy="201168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611880"/>
            <a:ext cx="2663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  21.3%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840480"/>
            <a:ext cx="3186814" cy="20116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840480"/>
            <a:ext cx="455841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7E"/>
                </a:solidFill>
              </a:rPr>
              <a:t>B  32.1%  🏆 WINNER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246120"/>
            <a:ext cx="2011680" cy="6858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2735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7E"/>
                </a:solidFill>
              </a:rPr>
              <a:t>+50.7%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639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6E0"/>
                </a:solidFill>
              </a:rPr>
              <a:t>improvement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89120"/>
            <a:ext cx="11430000" cy="150876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389120"/>
            <a:ext cx="109728" cy="1508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462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TEST #3 — Content Format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3659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Version A:  Static Image 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97433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Version B:  Short Video / Reel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257800"/>
            <a:ext cx="1667865" cy="201168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257800"/>
            <a:ext cx="221650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  4.8%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486400"/>
            <a:ext cx="3092500" cy="2011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486400"/>
            <a:ext cx="44641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B  8.9%  🏆 WINNER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4892040"/>
            <a:ext cx="2011680" cy="685800"/>
          </a:xfrm>
          <a:prstGeom prst="rect">
            <a:avLst/>
          </a:prstGeom>
          <a:solidFill>
            <a:srgbClr val="064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4919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7E"/>
                </a:solidFill>
              </a:rPr>
              <a:t>+85.4%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28523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0D6E0"/>
                </a:solidFill>
              </a:rPr>
              <a:t>improvement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989320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💡  Key Takeaways:   Emotion-based copy beats generic copy  |  FOMO subject lines boost open rates  |  Video ALWAYS dominates over static images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Underperforming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What Failed | Why | Optimizations Applied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❌  What Did Not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5303520" cy="3200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316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16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18488"/>
            <a:ext cx="5303520" cy="420624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LinkedIn Text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1.2% Eng.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5.0%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5303520" cy="420624"/>
          </a:xfrm>
          <a:prstGeom prst="rect">
            <a:avLst/>
          </a:prstGeom>
          <a:solidFill>
            <a:srgbClr val="28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30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Twitter Text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130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0.8% CTR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130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2.5%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96312"/>
            <a:ext cx="5303520" cy="420624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569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Long Facebook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569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2.1%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569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8.0%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35224"/>
            <a:ext cx="5303520" cy="420624"/>
          </a:xfrm>
          <a:prstGeom prst="rect">
            <a:avLst/>
          </a:prstGeom>
          <a:solidFill>
            <a:srgbClr val="28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08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Generic CTA 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008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18%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008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25.0%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0241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🔍  Reasons for Underperformance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325880"/>
            <a:ext cx="5760720" cy="47548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39903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1️⃣   LinkedIn audience was not targeted correctly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892807"/>
            <a:ext cx="5760720" cy="47548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196596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2️⃣   Twitter posts lacked hashtags &amp; visuals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459736"/>
            <a:ext cx="5760720" cy="47548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5328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3️⃣   Facebook long posts ignored by algorithm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026663"/>
            <a:ext cx="5760720" cy="47548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099815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4️⃣   Generic CTA failed to create any urgency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</a:rPr>
              <a:t>🛠️  Optimizations Applied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794760"/>
            <a:ext cx="274320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794760"/>
            <a:ext cx="274320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LinkedIn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160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Switched to carousel posts + data 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663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1.2% → 3.8%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7E"/>
                </a:solidFill>
              </a:rPr>
              <a:t>+216%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3794760"/>
            <a:ext cx="274320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91840" y="3794760"/>
            <a:ext cx="274320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Twitter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160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Added trending hashtags + GIFs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4663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0.8% → 2.1%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7E"/>
                </a:solidFill>
              </a:rPr>
              <a:t>+162%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794760"/>
            <a:ext cx="274320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3794760"/>
            <a:ext cx="274320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Facebook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160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Short posts with bold images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663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2.1% → 5.8%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7E"/>
                </a:solidFill>
              </a:rPr>
              <a:t>+176%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3794760"/>
            <a:ext cx="2743200" cy="182880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00" y="3794760"/>
            <a:ext cx="274320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Email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4160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Added FOMO + personalization tokens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4663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18% → 28%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7E"/>
                </a:solidFill>
              </a:rPr>
              <a:t>+55%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ROI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Cost vs Value | 311% ROI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📉  Cost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0352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2844799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5389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Instagram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5389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$300  (40%)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84248"/>
            <a:ext cx="530352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984248"/>
            <a:ext cx="2133599" cy="56692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122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Facebook 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122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$225  (30%)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42615"/>
            <a:ext cx="530352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42615"/>
            <a:ext cx="1422399" cy="5669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70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Content Creation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70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$150  (20%)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00984"/>
            <a:ext cx="5303520" cy="5669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300984"/>
            <a:ext cx="711199" cy="56692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</a:rPr>
              <a:t>Email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$75  (10%)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023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</a:rPr>
              <a:t>TOTAL SPEND  →  $750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0241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</a:rPr>
              <a:t>📈  Value Generated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325880"/>
            <a:ext cx="576072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325880"/>
            <a:ext cx="91440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3807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App Downloads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6367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12,400 × $0.25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145389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6D67E"/>
                </a:solidFill>
              </a:rPr>
              <a:t>$3,100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130552"/>
            <a:ext cx="576072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2130552"/>
            <a:ext cx="91440" cy="71323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1854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Brand Awareness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4414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68,200 Reach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258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6D67E"/>
                </a:solidFill>
              </a:rPr>
              <a:t>$1,850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935224"/>
            <a:ext cx="5760720" cy="713232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2935224"/>
            <a:ext cx="91440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9900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Email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D6E0"/>
                </a:solidFill>
              </a:rPr>
              <a:t>2,800 × $0.50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6D67E"/>
                </a:solidFill>
              </a:rPr>
              <a:t>$1,400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822191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7E"/>
                </a:solidFill>
              </a:rPr>
              <a:t>TOTAL VALUE  →  $6,350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17720"/>
            <a:ext cx="11430000" cy="1920240"/>
          </a:xfrm>
          <a:prstGeom prst="rect">
            <a:avLst/>
          </a:prstGeom>
          <a:solidFill>
            <a:srgbClr val="04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617720"/>
            <a:ext cx="11430000" cy="7315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7365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6E0"/>
                </a:solidFill>
              </a:rPr>
              <a:t>ROI  =  (Value − Cost) ÷ Cost × 100  =  ($6,350 − $750) ÷ $750 ×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1023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6D67E"/>
                </a:solidFill>
              </a:rPr>
              <a:t>311%  ROI  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8704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For every $1 spent  →  $4.11 value returned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Top 3 Wins | Top 3 Failures | 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</a:rPr>
              <a:t>🏆  Top 3 Wins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03520" cy="12344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02920" cy="1234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6459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1732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</a:rPr>
              <a:t>Video Content DOMINATED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37360"/>
            <a:ext cx="4617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Reels &amp; TikTok videos drove 70%+ of total engagement across all platforms.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5303520" cy="12344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502920" cy="1234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8892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</a:rPr>
              <a:t>FOMO Email Strategy WORKED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08960"/>
            <a:ext cx="4617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Urgency-driven subject lines achieved 29.4% open rate vs 21% industry average.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69080"/>
            <a:ext cx="5303520" cy="12344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502920" cy="1234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6052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</a:rPr>
              <a:t>Emotional Copy OUTPERFORMED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80560"/>
            <a:ext cx="4617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Relatable, emotion-based headlines boosted CTR by +78.9% over generic ads.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0241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❌  Top 3 Failures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325880"/>
            <a:ext cx="5760720" cy="12344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325880"/>
            <a:ext cx="91440" cy="12344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LinkedIn Underestimated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801368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Poor content format led to very low engagement — wrong content for platform.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697480"/>
            <a:ext cx="5760720" cy="12344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2697480"/>
            <a:ext cx="91440" cy="12344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788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Twitter Lacked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172968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Text-only posts on Twitter invisible. Should have started with visuals &amp; polls.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4069080"/>
            <a:ext cx="5760720" cy="1234440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4069080"/>
            <a:ext cx="91440" cy="12344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1605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Budget Bias to Image 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544568"/>
            <a:ext cx="5532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6E0"/>
                </a:solidFill>
              </a:rPr>
              <a:t>Too much spend on image ads at the start. Video ads showed better results earlier.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468112"/>
            <a:ext cx="11430000" cy="109728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486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💡  Key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77900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→  Platform-specific content is NON-NEGOTIABLE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77900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→  A/B test EARLY, optimize FAST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77900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→  Video &gt; Images in 2025 — always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577900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→  Data must guide every content decision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Future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0D6E0"/>
                </a:solidFill>
              </a:rPr>
              <a:t>8 Action Items | Priority | Expected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14813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Invest 60% in Video Content
(Reels &amp; TikTok)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HIGH 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+40% Reach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097280"/>
            <a:ext cx="2743200" cy="14813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097280"/>
            <a:ext cx="274320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2070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44475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Launch Influencer
Marketing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9385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HIGH 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19456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+55% Trust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097280"/>
            <a:ext cx="2743200" cy="14813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1097280"/>
            <a:ext cx="2743200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2070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R3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44475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Build UGC Campaign
&amp; Hashtag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19385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HIGH 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19456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+30% Engage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097280"/>
            <a:ext cx="2743200" cy="14813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097280"/>
            <a:ext cx="2743200" cy="914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12070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R4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144475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Referral / Invite
Rewards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19385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MED 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19456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+25% DLs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697480"/>
            <a:ext cx="2743200" cy="14813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697480"/>
            <a:ext cx="2743200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8072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</a:rPr>
              <a:t>R5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04495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Automate Email
Drip Sequences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5387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MED 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79476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+20% Conv.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0128" y="2697480"/>
            <a:ext cx="2743200" cy="14813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0128" y="2697480"/>
            <a:ext cx="2743200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1568" y="28072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R6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304495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Expand to YouTube
Shorts Channel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35387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MED 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8" y="379476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+35% Reach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4496" y="2697480"/>
            <a:ext cx="2743200" cy="14813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54496" y="2697480"/>
            <a:ext cx="2743200" cy="9144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28072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D6E0"/>
                </a:solidFill>
              </a:rPr>
              <a:t>R7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304495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Advanced Retargeting
Ads for Re-engage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35387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LOW 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379476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+18% CTR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98864" y="2697480"/>
            <a:ext cx="2743200" cy="1481328"/>
          </a:xfrm>
          <a:prstGeom prst="rect">
            <a:avLst/>
          </a:prstGeom>
          <a:solidFill>
            <a:srgbClr val="1A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98864" y="2697480"/>
            <a:ext cx="2743200" cy="9144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0304" y="28072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D6E0"/>
                </a:solidFill>
              </a:rPr>
              <a:t>R8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0304" y="304495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Monthly Analytics
Review Dashboard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0304" y="35387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</a:rPr>
              <a:t>LOW 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0304" y="3794760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</a:rPr>
              <a:t>Long Term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943600"/>
            <a:ext cx="11430000" cy="685800"/>
          </a:xfrm>
          <a:prstGeom prst="rect">
            <a:avLst/>
          </a:prstGeom>
          <a:solidFill>
            <a:srgbClr val="064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98932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</a:rPr>
              <a:t>🎯  30-Day Action Plan:  W1: Influencer Outreach  |  W2: UGC Campaign &amp; Hashtag  |  W3: YouTube Shorts  |  W4: Email Drip 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3657600"/>
          </a:xfrm>
          <a:prstGeom prst="rect">
            <a:avLst/>
          </a:prstGeom>
          <a:solidFill>
            <a:srgbClr val="0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3200400"/>
            <a:ext cx="3657600" cy="3657600"/>
          </a:xfrm>
          <a:prstGeom prst="rect">
            <a:avLst/>
          </a:prstGeom>
          <a:solidFill>
            <a:srgbClr val="0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548640"/>
            <a:ext cx="9445752" cy="1371600"/>
          </a:xfrm>
          <a:prstGeom prst="rect">
            <a:avLst/>
          </a:prstGeom>
          <a:solidFill>
            <a:srgbClr val="0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548640"/>
            <a:ext cx="10972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64008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"Great marketing doesn't just sell —
 it connects, inspires, and builds
 communities that last."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</a:rPr>
              <a:t>🙏  THANK YOU!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👤 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46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Muhammad 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🏢 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46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Social Connect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17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💼 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Digital Marketing Intern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1143000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📧 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muhammadanas@email.com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840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💼  LinkedIn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linkedin.com/in/muhammadanas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840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💻 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github.com/muhammadanas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840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E0EF"/>
                </a:solidFill>
              </a:rPr>
              <a:t>🌐 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muhammadanas.com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617720"/>
            <a:ext cx="5788152" cy="1188720"/>
          </a:xfrm>
          <a:prstGeom prst="rect">
            <a:avLst/>
          </a:prstGeom>
          <a:solidFill>
            <a:srgbClr val="04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4617720"/>
            <a:ext cx="5788152" cy="914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4754880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7E"/>
                </a:solidFill>
              </a:rPr>
              <a:t>❓  QUESTIONS &amp;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120640"/>
            <a:ext cx="5788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6E0"/>
                </a:solidFill>
              </a:rPr>
              <a:t>I am open to all questions!
Let's discuss the campaign further.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61264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Slides Available on Request   |   Full Report on GitHub   |   Social Connect Technologies ©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