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91440"/>
            <a:ext cx="2743200" cy="2743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097280"/>
            <a:ext cx="1828800" cy="1828800"/>
          </a:xfrm>
          <a:prstGeom prst="rect">
            <a:avLst/>
          </a:prstGeom>
          <a:solidFill>
            <a:srgbClr val="00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B4D8"/>
                </a:solidFill>
              </a:rPr>
              <a:t>🌐  SOCIAL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Digital Marketing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D6E0"/>
                </a:solidFill>
              </a:rPr>
              <a:t>Week 6: Campaign Finalization &amp;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👤  Intern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Muhammad 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📅 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June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🏢 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Social Connect 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D166"/>
                </a:solidFill>
              </a:rPr>
              <a:t>"Connecting People. Building Communities. Digitally."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Social Connect Technologies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Campaign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3-Week Journey | Final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📱  Campaign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Social Connect - Next-gen social networking app
Duration: 3 Weeks (Week 1-6 including advanced)
Budget: $750 total investment
Result: 311% ROI ($6,350 value generated)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585216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887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Final Campaign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81328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✅ 12,400 App Downloads (Target: 10,000)
✅ 68,200 Total Reach (Target: 50,000)
✅ 6.3% Engagement Rate (Target: 5.0%)
✅ 311% ROI (Target: 300%)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📅  Campaign Timeline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4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3474720" cy="3474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🔍 Research &amp;
Planning
Strategy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52044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3520440"/>
            <a:ext cx="3474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🚀 Content
Execution
Ads 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52044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520440"/>
            <a:ext cx="347472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5-6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9319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📊 Analysis &amp;
Optimization
Final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251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51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Final KPI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All Targets Exceeded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📈  Final KPI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1323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3898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898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3898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38988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713232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739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App Downloads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773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10,000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773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773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739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03120"/>
            <a:ext cx="7132320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57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Total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2157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50,000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157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68,200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+36.4%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1579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713232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542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Engagement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25420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5420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6.3%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542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542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71215"/>
            <a:ext cx="7132320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9260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CTR (Ads)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2926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29260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26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+24%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9260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713232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1012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Email Open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79" y="33101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33101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29.4%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33101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+17.6%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31012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639312"/>
            <a:ext cx="7132320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941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79" y="36941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300%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36941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311%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6941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+3.7%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36941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 EXCEEDED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📊  Platform Performance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417320"/>
            <a:ext cx="5303520" cy="4389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14721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Instagram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472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Reach: 28,400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1472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Eng: 6.8%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1920240"/>
            <a:ext cx="5303520" cy="4389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1975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TikTok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1975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Reach: 22,100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1975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Eng: 8.9%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423160"/>
            <a:ext cx="5303520" cy="4389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2478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Facebook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Reach: 11,300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4780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Eng: 4.2%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926080"/>
            <a:ext cx="5303520" cy="4389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29809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Twitter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980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Reach: 4,200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2980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Eng: 3.8%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429000"/>
            <a:ext cx="5303520" cy="4389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3483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6E0"/>
                </a:solidFill>
              </a:rPr>
              <a:t>LinkedIn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3483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Reach: 2,200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34838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6E0"/>
                </a:solidFill>
              </a:rPr>
              <a:t>Eng: 3.2%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Campaign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Data-Driven Optimizations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🔄  Key Optimizations Made During Campaign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0972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Shifted budget from Image Ads to Video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Video showed 85% higher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554480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7E"/>
                </a:solidFill>
              </a:rPr>
              <a:t>+40% 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21992"/>
            <a:ext cx="10972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67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67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Added trending hashtags to Twitter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42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Text-only posts had 0.8% CTR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359152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404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+162% CTR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26664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26664"/>
            <a:ext cx="109728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0723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072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Introduced FOMO subject lines in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46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Generic CTAs had low open rates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163824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209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+55% Open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31336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31336"/>
            <a:ext cx="10972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8770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Week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770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Switched LinkedIn to carousel posts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1513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Static posts underperformed at 1.2%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968496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0142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7E"/>
                </a:solidFill>
              </a:rPr>
              <a:t>+216% Engagement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36008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36008"/>
            <a:ext cx="10972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681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Week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81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Increased TikTok ad spend by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56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TikTok showed highest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773168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4818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+32% Conversions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11430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440680"/>
            <a:ext cx="109728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486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Added personalization tokens to emails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D6E0"/>
                </a:solidFill>
              </a:rPr>
              <a:t>Generic emails had 18% open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5577840"/>
            <a:ext cx="201168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+29.4% Open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Top 3 Campaign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What Worked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0" cy="164592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Video Content DOMINATED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Reels &amp; TikTok videos drove 70%+ of total engagement across all platforms.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6E0"/>
                </a:solidFill>
              </a:rPr>
              <a:t>Best format: Short-form video (15-30 sec)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7315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83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FOMO Email Strategy WORKED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Urgency-driven subject lines achieved 29.4% open rate vs 21% industry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6E0"/>
                </a:solidFill>
              </a:rPr>
              <a:t>Best subject: "12,000 people joined this week"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731520" cy="1645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212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Emotional Copy OUTPERFORMED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Relatable, emotion-based headlines boosted CTR by +78.9% over generic 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6E0"/>
                </a:solidFill>
              </a:rPr>
              <a:t>Best headline: "Your People Are Waiting For You"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Top 3 Campaign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What Didn't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1645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LinkedIn Underestimated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Poor content format led to very low engagement — wrong content for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7E"/>
                </a:solidFill>
              </a:rPr>
              <a:t>Fix: Switched to carousel posts + data stats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09728" cy="1645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Twitter Lacked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Text-only posts on Twitter invisible. Should have started with visuals &amp; polls.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7E"/>
                </a:solidFill>
              </a:rPr>
              <a:t>Fix: Added trending hashtags + GIFs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09728" cy="1645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Budget Bias to Image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Too much spend on image ads at the start. Video ads showed better results earlier.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7E"/>
                </a:solidFill>
              </a:rPr>
              <a:t>Fix: Shifted 60% budget to video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A/B Testing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3 Tests | Winners | Improvement 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TEST #1 — Ad Headline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447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"Download Social Connect Today"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82495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"Your People Are Waiting For You"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65960"/>
            <a:ext cx="1650492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21991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1.9%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295351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94560"/>
            <a:ext cx="4325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B  3.4%  🏆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60020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6276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+78.9%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9339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109728" cy="15087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16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TEST #2 — Email Subject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906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"Check Out Our New App Feature"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284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"12,000 people joined this week 👀"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11880"/>
            <a:ext cx="2114615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11880"/>
            <a:ext cx="2663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21.3%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40480"/>
            <a:ext cx="3186814" cy="20116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840480"/>
            <a:ext cx="45584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B  32.1%  🏆 WINNER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273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+50.7%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639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109728" cy="1508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TEST #3 — Content 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365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Static Image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9743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Short Video / Reel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257800"/>
            <a:ext cx="1667865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257800"/>
            <a:ext cx="221650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4.8%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486400"/>
            <a:ext cx="3092500" cy="2011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486400"/>
            <a:ext cx="44641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B  8.9%  🏆 WINNER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89204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+85.4%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2852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989320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💡  Key Takeaways:   Emotion-based copy beats generic copy  |  FOMO subject lines boost open rates  |  Video ALWAYS dominates over static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Final 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Cost vs Value | 311% ROI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📉  Cost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844799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5389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Instagram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538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$300  (40%)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2133599" cy="56692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12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Facebook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12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$225  (30%)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42615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42615"/>
            <a:ext cx="1422399" cy="5669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Content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70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$150  (20%)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11199" cy="5669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Email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$75  (10%)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TOTAL SPEND  →  $750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0241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📈  Value Generated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325880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325880"/>
            <a:ext cx="91440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80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App Downloads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367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12,400 × $0.25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145389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$3,100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130552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130552"/>
            <a:ext cx="91440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1854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Brand Awareness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441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68,200 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258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$1,850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935224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935224"/>
            <a:ext cx="91440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9900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Email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2,800 × $0.50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$1,400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82219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TOTAL VALUE  →  $6,350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11430000" cy="1920240"/>
          </a:xfrm>
          <a:prstGeom prst="rect">
            <a:avLst/>
          </a:prstGeom>
          <a:solidFill>
            <a:srgbClr val="04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617720"/>
            <a:ext cx="11430000" cy="7315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365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6E0"/>
                </a:solidFill>
              </a:rPr>
              <a:t>ROI  =  (Value − Cost) ÷ Cost × 100  =  ($6,350 − $750) ÷ $750 ×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1023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6D67E"/>
                </a:solidFill>
              </a:rPr>
              <a:t>311%  ROI  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8704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For every $1 spent  →  $4.11 value returned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Content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All Campaign Content Showcase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📱  Social Media 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1031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Instagram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Find Your Tribe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2,340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1031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371600"/>
            <a:ext cx="210312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463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7E"/>
                </a:solidFill>
              </a:rPr>
              <a:t>TikTok Reel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in the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18,200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371600"/>
            <a:ext cx="21031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371600"/>
            <a:ext cx="210312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63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</a:rPr>
              <a:t>Twitter Poll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Feature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2,100 Votes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371600"/>
            <a:ext cx="21031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1371600"/>
            <a:ext cx="2103120" cy="91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63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D6D"/>
                </a:solidFill>
              </a:rPr>
              <a:t>Facebook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5 Reasons Social 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890 Reactions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371600"/>
            <a:ext cx="210312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1371600"/>
            <a:ext cx="210312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463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0E0EF"/>
                </a:solidFill>
              </a:rPr>
              <a:t>LinkedIn Article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Digital Networking Gen 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057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3,200 Impressions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Ad Creatives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21031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Ad #1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Single 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CTR: 3.4%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657600"/>
            <a:ext cx="21031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Ad #2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Video 9:16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CTR: 2.8%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657600"/>
            <a:ext cx="21031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Ad #3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Carousel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CTR: 2.9%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3657600"/>
            <a:ext cx="21031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Retarget #1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Urgency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CTR: 3.8%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657600"/>
            <a:ext cx="2103120" cy="10972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Retarget #2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Testimonial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251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CTR: 3.2%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📧  Email Campaigns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212080"/>
            <a:ext cx="2103120" cy="8229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303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Email #1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532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760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Open: 32.1%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5212080"/>
            <a:ext cx="2103120" cy="8229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5303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Email #2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5532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5760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Open: 27.6%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5212080"/>
            <a:ext cx="2103120" cy="8229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0" y="5303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Email #3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532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FOMO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5760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Open: 28.4%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Key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Insights for Future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💡  Key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09728" cy="7132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Platform-Specific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37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Each platform requires unique content strategy. One-size-fits-all doesn't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1554480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</a:rPr>
              <a:t>NON-NEGOTIABLE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10972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677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Video &gt;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42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In 2025, short-form video content consistently outperforms static images.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359152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04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7E"/>
                </a:solidFill>
              </a:rPr>
              <a:t>ALWAYS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26664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26664"/>
            <a:ext cx="109728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07238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A/B Test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467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Testing different variations early reveals what works before scaling.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3163824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3209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ESSENTIAL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31336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831336"/>
            <a:ext cx="10972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8770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Data Guides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1513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Every content decision should be backed by analytics and performance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3968496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40142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36008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636008"/>
            <a:ext cx="10972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6817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FOMO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9560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Urgency and social proof in subject lines and CTAs significantly boost conversions.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4773168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818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7E"/>
                </a:solidFill>
              </a:rPr>
              <a:t>PROVEN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440680"/>
            <a:ext cx="914400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440680"/>
            <a:ext cx="109728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4864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Authenticity Wins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760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Emotional, relatable copy outperforms generic, corporate messaging.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5577840"/>
            <a:ext cx="1828800" cy="4572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KEY 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Future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8 Action Items for Next Campaign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Invest 60% in Video Content
(Reels &amp; TikTok)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+40% 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09728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4447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Launch Influencer
Marketing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574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3317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+55% 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0972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097280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447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Build UGC Campaign
&amp; Hashtag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574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3317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+30% Engage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097280"/>
            <a:ext cx="274320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14447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Referral / Invite
Rewards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0574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3317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+25% DLs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260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92608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35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R5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2735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Automate Email
Drip Sequences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862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605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+20% Conv.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29260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0128" y="2926080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3035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R6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32735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Expand to YouTube
Shorts 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38862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41605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+35% 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29260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54496" y="2926080"/>
            <a:ext cx="2743200" cy="9144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3035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6E0"/>
                </a:solidFill>
              </a:rPr>
              <a:t>R7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32735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Advanced Retargeting
Ads for Re-engage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38862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41605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+18% CTR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2926080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2926080"/>
            <a:ext cx="2743200" cy="9144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0304" y="3035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6E0"/>
                </a:solidFill>
              </a:rPr>
              <a:t>R8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3273552"/>
            <a:ext cx="2542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Monthly Analytics
Review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388620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4" y="416052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Long Term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029200"/>
            <a:ext cx="11430000" cy="68580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0749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🎯  30-Day Action Plan:  W1: Influencer Outreach  |  W2: UGC Campaign &amp; Hashtag  |  W3: YouTube Shorts  |  W4: Email Drip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Evaluation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Performance Against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Creativity &amp;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Unique strategies, innovative channel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280160"/>
            <a:ext cx="2011680" cy="64008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E"/>
                </a:solidFill>
              </a:rPr>
              <a:t>9.0/10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1430000" cy="10058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10972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Data-Driven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A/B testing, analytics,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468880"/>
            <a:ext cx="2011680" cy="64008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E"/>
                </a:solidFill>
              </a:rPr>
              <a:t>9.3/10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11430000" cy="10058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10972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31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Timely delivery, quality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3657600"/>
            <a:ext cx="2011680" cy="64008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703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E"/>
                </a:solidFill>
              </a:rPr>
              <a:t>9.3/10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11430000" cy="10058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10972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Professional, clear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4846320"/>
            <a:ext cx="2011680" cy="64008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7E"/>
                </a:solidFill>
              </a:rPr>
              <a:t>9.0/10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7E"/>
                </a:solidFill>
              </a:rPr>
              <a:t>📊  Overall Score:  9.15/10  —  Excellent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Final 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All Deliverables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✅  Deliverables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Campaign Performance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Week 1-6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Content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Graphics, Videos,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620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15-Slide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A/B Testing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564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3 Tests Documented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ROI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507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311% ROI Calculated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Lessons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6451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Wins &amp; Failures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480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8348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029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2395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8 Action 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✅ 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📁  Files Submitted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463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Week1_SocialConnect_Campaign.docx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Research &amp; 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01168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057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Week2_SocialConnect_Campaign.docx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2677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Content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60604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651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Week3_SocialConnect_Campaign.docx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28620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Campaign Execution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2697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20040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Week4_SocialConnect_Campaign.docx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456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Advanced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79476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3840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Week5_SocialConnect_Campaign.docx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0507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Content Portfolio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38912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Week6_SocialConnect_Campaign.docx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6451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Final Report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4805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983480"/>
            <a:ext cx="5486400" cy="502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029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SocialConnect_Campaign_Presentation.pptx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52395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Final Presentation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7E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Campaign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Week 1-6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37360" cy="3657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Research &amp;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Target audience, competitor analysis,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371600"/>
            <a:ext cx="17373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Content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4 pillars, content calendar, channel mix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371600"/>
            <a:ext cx="173736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Campaign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Ads live, social posts, email sequence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1737360" cy="36576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Advanced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A/B testing, retargeting, optimization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371600"/>
            <a:ext cx="1737360" cy="365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Analysis &amp;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Performance review, content compilation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1371600"/>
            <a:ext cx="1737360" cy="4114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6960" y="1371600"/>
            <a:ext cx="1737360" cy="3657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1399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Week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Final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19456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Report, presentation, recommendations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7E"/>
                </a:solidFill>
              </a:rPr>
              <a:t>🚀  Campaign completed successfully with 311% ROI  |  12,400 downloads  |  68,200 reach  |  6.3% engagement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365760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3200400"/>
            <a:ext cx="3657600" cy="365760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48640"/>
            <a:ext cx="9445752" cy="1371600"/>
          </a:xfrm>
          <a:prstGeom prst="rect">
            <a:avLst/>
          </a:prstGeom>
          <a:solidFill>
            <a:srgbClr val="0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64008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"Great marketing doesn't just sell —
 it connects, inspires, and builds
 communities that last."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THANK YOU!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Muhammad 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Social Connect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Digital Marketing Intern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300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anusamir45@gmail.com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linkedin.com/in/muhammad-anas-marketer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github.com/MrAnas07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muhammadanas.com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617720"/>
            <a:ext cx="5788152" cy="1188720"/>
          </a:xfrm>
          <a:prstGeom prst="rect">
            <a:avLst/>
          </a:prstGeom>
          <a:solidFill>
            <a:srgbClr val="04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617720"/>
            <a:ext cx="5788152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754880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7E"/>
                </a:solidFill>
              </a:rPr>
              <a:t>QUESTIONS &amp;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2064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6E0"/>
                </a:solidFill>
              </a:rPr>
              <a:t>I am open to all questions!
Let's discuss the campaign further.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14476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Social Connect Technologies  ©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